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Source Code Pro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SourceCodePro-bold.fntdata"/><Relationship Id="rId16" Type="http://schemas.openxmlformats.org/officeDocument/2006/relationships/font" Target="fonts/SourceCodePr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bold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80d1ff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8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f80d1ff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f80d1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80d1f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80d1f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6f80d1ff_0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6f80d1f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9b94442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9b94442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b944425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9b944425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9b944425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9b944425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9b944425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9b944425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DispatchHub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Dispatch Experience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DispatchHub is an intelligent multi-retailer last-mile delivery and dispatch management engine engineered for Kenya (Nairobi metropolitan area). It interconnects the primary delivery stakeholders</a:t>
            </a:r>
            <a:r>
              <a:rPr lang="en" sz="1400"/>
              <a:t>:</a:t>
            </a:r>
            <a:endParaRPr sz="14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🏪 Retailer Staff </a:t>
            </a:r>
            <a:endParaRPr sz="14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🎯 Central Dispatcher (/dispatcher)</a:t>
            </a:r>
            <a:endParaRPr sz="14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⚡ EV Delivery Rider (/rider)</a:t>
            </a:r>
            <a:endParaRPr sz="14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🔍 Public Customer Tracker (/track)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2253125" y="2596750"/>
            <a:ext cx="29547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User experience</a:t>
            </a:r>
            <a:endParaRPr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0"/>
            <a:ext cx="9144000" cy="5098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Portfolio samples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150" y="992550"/>
            <a:ext cx="4098377" cy="23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DispatchHub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Onestop spot for all your delivery needs</a:t>
            </a:r>
            <a:endParaRPr/>
          </a:p>
        </p:txBody>
      </p:sp>
      <p:pic>
        <p:nvPicPr>
          <p:cNvPr descr="Open Chromebook laptop computer"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2975" y="697325"/>
            <a:ext cx="5591976" cy="33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rtrait-oriented black smaptphone"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8601" y="1585375"/>
            <a:ext cx="1675825" cy="3291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0750" y="1867225"/>
            <a:ext cx="1511049" cy="26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657900" y="441075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Overview</a:t>
            </a:r>
            <a:endParaRPr b="1"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792450" y="1203650"/>
            <a:ext cx="811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DispatchHub </a:t>
            </a: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is a subscription-based delivery management platform designed to create a trusted ecosystem connecting Retailers, </a:t>
            </a:r>
            <a:r>
              <a:rPr b="1"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Dispatchers, Riders, </a:t>
            </a: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and </a:t>
            </a:r>
            <a:r>
              <a:rPr b="1"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Customers</a:t>
            </a: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 It streamlines the entire delivery lifecycle—from order creation to final confirmation—ensuring real-time visibility and secure transactions for all parties involved.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/>
        </p:nvSpPr>
        <p:spPr>
          <a:xfrm>
            <a:off x="837325" y="613025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Key User Roles &amp; Functions</a:t>
            </a:r>
            <a:endParaRPr b="1"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1001775" y="1345675"/>
            <a:ext cx="43062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Retailer Staff:</a:t>
            </a:r>
            <a:endParaRPr b="1"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Logs into a backend system to create delivery requests (capturing customer name, phone, address, and item description).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Views an automated dispatcher dashboard to monitor open requests.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Can edit, delete, or track orders via a status bar using an auto-assigned order number.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784975" y="538275"/>
            <a:ext cx="4306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Dispatcher</a:t>
            </a:r>
            <a:endParaRPr b="1"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Manages open requests and assigns them to available riders (supports both manual and automated assignment).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934500" y="1360625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941975" y="2369900"/>
            <a:ext cx="6220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Rider</a:t>
            </a:r>
            <a:endParaRPr b="1"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Views assigned deliveries and updates real-time status (e.g., Assigned → Picked Up → Delivered).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Accepts/rejects orders and scans QR codes for order confirmation.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Provides location tracking during transit.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/>
        </p:nvSpPr>
        <p:spPr>
          <a:xfrm>
            <a:off x="1173725" y="1599875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642950" y="314000"/>
            <a:ext cx="80442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Customer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Tracks orders without logging in by entering an order number on the landing page.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Receives SMS/Email notifications regarding delivery status.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Gets payment prompts upon QR scan/code entry and benefits from Cash on Delivery (COD) options inclusive of delivery fees.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897125" y="2026000"/>
            <a:ext cx="82086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Core Features</a:t>
            </a:r>
            <a:endParaRPr b="1"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Real-Time Syncing: Ensures all stakeholders see up-to-date request and status information instantly.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Auto-Dispatch Queue: New retailer requests are automatically queued and assigned order numbers for efficient processing.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Order Confirmation: Utilizes QR code scanning for secure handover and payment verification.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Trust &amp; Transparency: Designed to build trust regarding goods, service quality, and money handling across the platform.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/>
        </p:nvSpPr>
        <p:spPr>
          <a:xfrm>
            <a:off x="657900" y="40370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553225" y="142050"/>
            <a:ext cx="80517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Business Model</a:t>
            </a:r>
            <a:endParaRPr b="1"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Subscription-Based Platform.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Retailers: Pay a commission on sales.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Riders: Pay through a commission on deliveries.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Customers: Enjoy flexible payment options, including Cash on Delivery.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